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B40BD-E7CF-0CA0-57D9-AE2F5E7E7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27E9D-7691-B3CA-CED5-D8BE50E97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AF5D0-253B-56E2-02F5-01F96B55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7553AD-0A7C-D968-BC2D-CE98EDDA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04BC8-4E4F-A79D-A400-9201A49A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307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C0598E-23CA-0E9A-EA20-1A0745B42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E96CFE-79E0-7748-831F-BC613B827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B99FF6-0171-4859-D49E-C39E33552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B9A07-5852-6F4B-59B9-DC896940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8D9A20-97C2-CA64-866D-3234BA97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55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29D3D-709A-6041-5061-107043994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FCF21-6DE5-C56F-1E07-A0AB854E6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6EACE4-83CB-F454-2F65-9485274BB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34703-5E28-8996-4D08-CA01E39AC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93CB61-306A-5A69-4328-5327E163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849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E76F0-A479-C576-AD51-185173D0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3573DA-F87A-86B7-A03B-AA6188A65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12B663-2769-16E0-80B4-2CFDF9677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1D629D-69AF-24BB-47EA-82D502B95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17809E-01F8-3D89-C552-1472A4BF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1C4E3-8FF7-133A-71DF-B85E420F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58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9F7B6-CAA4-7A92-B04B-A144D3B0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7316-F106-FDEA-7E77-BD6AD9D54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864C69-B41E-728F-460F-7AF023BD2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EA80F4-2641-8A9A-5BD9-DEF3D73EA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B108402-FF77-6DC8-E92F-0A4BF75E32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3D93CA-7F6A-6B5E-F239-2E71B140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F01616-1896-DE45-B3C6-60E90A475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EDA30A-6899-E7AE-B252-08F7E5DF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1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22B8B-D2C8-A28D-0486-A1ABDD89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8869D3-19FB-3BAC-AEB3-54B8784AC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4BB36B-27F6-EDBF-5B22-48A89AF6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EB30F0-7E22-02E2-8D86-B134BC72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251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A25157-E377-C19C-4903-DD78B784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2A6C1-F472-7B4B-D6AD-2567E4F91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4853A-C83C-13CC-93DF-5B2B5E47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55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0B88F-220D-319E-5B73-0E6D590B1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69CD0D-D649-685F-70AC-E002CA921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0B5017-AFE9-0702-BE60-4CC001E77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562C4C-414B-F048-9A24-4E1D8408B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818333-1528-58D5-F96A-3244C374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105B71-67C7-A1BE-2CCB-E6FD7A9C3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0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5EFEF-15F2-BED7-DA8C-9F2A24F9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237EEA-4DA6-EE2B-49D6-F1139BA67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635518-4187-4C7C-B244-E5D7ABA37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ECEDD0-1F29-8C1A-B6E9-F0860742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84034D-36F4-03E3-60EC-55325D70E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6CBDF0-88CA-4E57-BF2F-4D056FDE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586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2261B-CCC0-530B-ACD8-44429083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0294A9-4CC5-9888-FF05-8D3F3718E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6B468D-3C9D-9B8E-22BD-725634253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EB154-239E-59BC-774E-75697F5AC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0A20DA-6D60-CD38-4AF5-284DF1A29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38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D8717B-2404-E95B-796D-EBDEC33DF1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EBB94D-F65E-04AE-490A-8E9604E0E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F9F872-E40D-72D0-6AAA-CA62ED53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FEF4C8-5E49-E8D4-C182-8AB82B07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9B88B8-9320-CACE-9B55-5AC0290B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37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C62CAA-CC8C-87DC-F620-CA782B02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C2047B-FAE9-57B0-76C2-F14614EDF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FD4908-67F4-0469-FAE7-7213349FD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5F2A7-D4A2-4C38-B4F3-1B0EBF32F59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BD601-7A86-E1AE-58B9-CF9C045B5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2B562D-D39B-4BB2-10E0-AE78EB722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1E066-5BAB-4306-80B4-2D6372593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074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9B803-E7A0-0C5E-6DF5-2D8BDD59E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2DGP - 2</a:t>
            </a:r>
            <a:r>
              <a:rPr lang="ko-KR" altLang="en-US" dirty="0"/>
              <a:t>차 과제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Full It Up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696A3D-3B0E-F88F-4C14-9D9CD80FC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0314"/>
            <a:ext cx="9144000" cy="1655762"/>
          </a:xfrm>
        </p:spPr>
        <p:txBody>
          <a:bodyPr/>
          <a:lstStyle/>
          <a:p>
            <a:r>
              <a:rPr lang="en-US" altLang="ko-KR" dirty="0"/>
              <a:t>2023180019 </a:t>
            </a:r>
            <a:r>
              <a:rPr lang="ko-KR" altLang="en-US" dirty="0"/>
              <a:t>설예혁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156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AAC23-0573-527F-BE7F-DB9FBCE89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주차 </a:t>
            </a:r>
            <a:r>
              <a:rPr lang="en-US" altLang="ko-KR" dirty="0"/>
              <a:t>– </a:t>
            </a:r>
            <a:r>
              <a:rPr lang="ko-KR" altLang="en-US" dirty="0"/>
              <a:t>캐릭터 애니메이션</a:t>
            </a:r>
            <a:r>
              <a:rPr lang="en-US" altLang="ko-KR" dirty="0"/>
              <a:t>, </a:t>
            </a:r>
            <a:r>
              <a:rPr lang="ko-KR" altLang="en-US" dirty="0"/>
              <a:t>이동</a:t>
            </a:r>
            <a:r>
              <a:rPr lang="en-US" altLang="ko-KR" dirty="0"/>
              <a:t>, </a:t>
            </a:r>
            <a:r>
              <a:rPr lang="ko-KR" altLang="en-US" dirty="0"/>
              <a:t>맵</a:t>
            </a:r>
            <a:r>
              <a:rPr lang="en-US" altLang="ko-KR" dirty="0"/>
              <a:t>, </a:t>
            </a:r>
            <a:r>
              <a:rPr lang="ko-KR" altLang="en-US" dirty="0"/>
              <a:t>아이템 구현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– </a:t>
            </a:r>
            <a:r>
              <a:rPr lang="ko-KR" altLang="en-US" dirty="0"/>
              <a:t>캐릭터 이동</a:t>
            </a:r>
            <a:r>
              <a:rPr lang="en-US" altLang="ko-KR" dirty="0"/>
              <a:t>, </a:t>
            </a:r>
            <a:r>
              <a:rPr lang="ko-KR" altLang="en-US" dirty="0"/>
              <a:t>맵 구현완료   </a:t>
            </a:r>
            <a:r>
              <a:rPr lang="en-US" altLang="ko-KR" dirty="0"/>
              <a:t>80%</a:t>
            </a:r>
          </a:p>
          <a:p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주차 </a:t>
            </a:r>
            <a:r>
              <a:rPr lang="en-US" altLang="ko-KR" dirty="0"/>
              <a:t>– </a:t>
            </a:r>
            <a:r>
              <a:rPr lang="ko-KR" altLang="en-US" dirty="0"/>
              <a:t>초기화면 구현</a:t>
            </a:r>
            <a:r>
              <a:rPr lang="en-US" altLang="ko-KR" dirty="0"/>
              <a:t>(</a:t>
            </a:r>
            <a:r>
              <a:rPr lang="ko-KR" altLang="en-US" dirty="0"/>
              <a:t>캐릭터</a:t>
            </a:r>
            <a:r>
              <a:rPr lang="en-US" altLang="ko-KR" dirty="0"/>
              <a:t>, </a:t>
            </a:r>
            <a:r>
              <a:rPr lang="ko-KR" altLang="en-US" dirty="0"/>
              <a:t>맵 선택화면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  – </a:t>
            </a:r>
            <a:r>
              <a:rPr lang="ko-KR" altLang="en-US" dirty="0" err="1"/>
              <a:t>미구현</a:t>
            </a:r>
            <a:r>
              <a:rPr lang="ko-KR" altLang="en-US" dirty="0"/>
              <a:t>                           </a:t>
            </a:r>
            <a:r>
              <a:rPr lang="en-US" altLang="ko-KR" dirty="0"/>
              <a:t>0%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3~5</a:t>
            </a:r>
            <a:r>
              <a:rPr lang="ko-KR" altLang="en-US" dirty="0"/>
              <a:t>주차 </a:t>
            </a:r>
            <a:r>
              <a:rPr lang="en-US" altLang="ko-KR" dirty="0"/>
              <a:t>– </a:t>
            </a:r>
            <a:r>
              <a:rPr lang="ko-KR" altLang="en-US" dirty="0"/>
              <a:t>캐릭터 공격</a:t>
            </a:r>
            <a:r>
              <a:rPr lang="en-US" altLang="ko-KR" dirty="0"/>
              <a:t>, </a:t>
            </a:r>
            <a:r>
              <a:rPr lang="ko-KR" altLang="en-US" dirty="0"/>
              <a:t>피격 등 기본적인 동작 구현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– </a:t>
            </a:r>
            <a:r>
              <a:rPr lang="ko-KR" altLang="en-US" dirty="0"/>
              <a:t>캐릭터 공격 구현              </a:t>
            </a:r>
            <a:r>
              <a:rPr lang="en-US" altLang="ko-KR" dirty="0"/>
              <a:t>80% 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B48993C-FDB1-117D-A332-DCBA442C8192}"/>
              </a:ext>
            </a:extLst>
          </p:cNvPr>
          <p:cNvSpPr txBox="1">
            <a:spLocks/>
          </p:cNvSpPr>
          <p:nvPr/>
        </p:nvSpPr>
        <p:spPr>
          <a:xfrm>
            <a:off x="255493" y="316752"/>
            <a:ext cx="4991063" cy="728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개발 진행 상황 </a:t>
            </a:r>
            <a:r>
              <a:rPr lang="ko-KR" altLang="en-US" sz="2000" dirty="0"/>
              <a:t>평균 </a:t>
            </a:r>
            <a:r>
              <a:rPr lang="en-US" altLang="ko-KR" sz="2000" dirty="0"/>
              <a:t>50%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80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20352-72F5-E127-6B43-A73A1D1D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494" y="316752"/>
            <a:ext cx="6252882" cy="728569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개발 일정 수정</a:t>
            </a:r>
            <a:r>
              <a:rPr lang="en-US" altLang="ko-KR" dirty="0"/>
              <a:t>, </a:t>
            </a:r>
            <a:r>
              <a:rPr lang="ko-KR" altLang="en-US" dirty="0"/>
              <a:t>변경사항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B3FACA08-635D-67F7-7B03-F05E8833FA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308705"/>
              </p:ext>
            </p:extLst>
          </p:nvPr>
        </p:nvGraphicFramePr>
        <p:xfrm>
          <a:off x="838199" y="1264025"/>
          <a:ext cx="10143565" cy="483448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68507">
                  <a:extLst>
                    <a:ext uri="{9D8B030D-6E8A-4147-A177-3AD203B41FA5}">
                      <a16:colId xmlns:a16="http://schemas.microsoft.com/office/drawing/2014/main" val="2182345736"/>
                    </a:ext>
                  </a:extLst>
                </a:gridCol>
                <a:gridCol w="8875058">
                  <a:extLst>
                    <a:ext uri="{9D8B030D-6E8A-4147-A177-3AD203B41FA5}">
                      <a16:colId xmlns:a16="http://schemas.microsoft.com/office/drawing/2014/main" val="3283953680"/>
                    </a:ext>
                  </a:extLst>
                </a:gridCol>
              </a:tblGrid>
              <a:tr h="47150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6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/>
                        <a:t>맵 </a:t>
                      </a:r>
                      <a:r>
                        <a:rPr lang="ko-KR" altLang="en-US" b="0" dirty="0" err="1"/>
                        <a:t>기믹</a:t>
                      </a:r>
                      <a:r>
                        <a:rPr lang="ko-KR" altLang="en-US" b="0" dirty="0"/>
                        <a:t> 제작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 err="1"/>
                        <a:t>기믹에</a:t>
                      </a:r>
                      <a:r>
                        <a:rPr lang="ko-KR" altLang="en-US" b="0" dirty="0"/>
                        <a:t> 따른 효과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527485"/>
                  </a:ext>
                </a:extLst>
              </a:tr>
              <a:tr h="72626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/>
                        <a:t>캐릭터 </a:t>
                      </a:r>
                      <a:r>
                        <a:rPr lang="ko-KR" altLang="en-US" sz="1200" b="0" dirty="0" err="1"/>
                        <a:t>스프라이트</a:t>
                      </a:r>
                      <a:r>
                        <a:rPr lang="ko-KR" altLang="en-US" sz="1200" b="0" dirty="0"/>
                        <a:t> 제작</a:t>
                      </a:r>
                      <a:endParaRPr lang="en-US" altLang="ko-KR" sz="1200" b="0" dirty="0"/>
                    </a:p>
                    <a:p>
                      <a:pPr algn="l" latinLnBrk="1"/>
                      <a:r>
                        <a:rPr lang="ko-KR" altLang="en-US" sz="1200" b="0" dirty="0"/>
                        <a:t>초기화면 구현</a:t>
                      </a:r>
                      <a:r>
                        <a:rPr lang="en-US" altLang="ko-KR" sz="1200" b="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200" b="0" dirty="0"/>
                        <a:t>맵 </a:t>
                      </a:r>
                      <a:r>
                        <a:rPr lang="ko-KR" altLang="en-US" sz="1200" b="0" dirty="0" err="1"/>
                        <a:t>기믹을</a:t>
                      </a:r>
                      <a:r>
                        <a:rPr lang="ko-KR" altLang="en-US" sz="1200" b="0" dirty="0"/>
                        <a:t> 다른 효과의 아이템들로 교체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765164"/>
                  </a:ext>
                </a:extLst>
              </a:tr>
              <a:tr h="5891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/>
                        <a:t>최종 결과 화면 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5293688"/>
                  </a:ext>
                </a:extLst>
              </a:tr>
              <a:tr h="5891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/>
                        <a:t>캐릭터 아이템 공격 구현</a:t>
                      </a:r>
                      <a:endParaRPr lang="en-US" altLang="ko-KR" sz="1200" b="0" dirty="0"/>
                    </a:p>
                    <a:p>
                      <a:pPr algn="l" latinLnBrk="1"/>
                      <a:r>
                        <a:rPr lang="ko-KR" altLang="en-US" sz="1200" b="0" dirty="0"/>
                        <a:t>캐릭터 체력 표시</a:t>
                      </a:r>
                      <a:endParaRPr lang="en-US" altLang="ko-KR" sz="1200" b="0" dirty="0"/>
                    </a:p>
                    <a:p>
                      <a:pPr algn="l" latinLnBrk="1"/>
                      <a:r>
                        <a:rPr lang="ko-KR" altLang="en-US" sz="1200" b="0" dirty="0"/>
                        <a:t>최종 결과 화면 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975924"/>
                  </a:ext>
                </a:extLst>
              </a:tr>
              <a:tr h="5891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/>
                        <a:t>추가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마지막 수정 보완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326082"/>
                  </a:ext>
                </a:extLst>
              </a:tr>
              <a:tr h="5891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/>
                        <a:t>캐릭터 강한 공격 추가</a:t>
                      </a:r>
                      <a:endParaRPr lang="en-US" altLang="ko-KR" sz="1200" b="0" dirty="0"/>
                    </a:p>
                    <a:p>
                      <a:pPr algn="l" latinLnBrk="1"/>
                      <a:r>
                        <a:rPr lang="ko-KR" altLang="en-US" sz="1200" b="0" dirty="0"/>
                        <a:t>캐릭터 추가 구현</a:t>
                      </a:r>
                      <a:endParaRPr lang="en-US" altLang="ko-KR" sz="1200" b="0" dirty="0"/>
                    </a:p>
                    <a:p>
                      <a:pPr algn="l" latinLnBrk="1"/>
                      <a:r>
                        <a:rPr lang="ko-KR" altLang="en-US" sz="1200" b="0" dirty="0"/>
                        <a:t>다른 배경의 맵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209351"/>
                  </a:ext>
                </a:extLst>
              </a:tr>
              <a:tr h="5891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9</a:t>
                      </a:r>
                      <a:r>
                        <a:rPr lang="ko-KR" altLang="en-US" b="1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/>
                        <a:t>추가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마지막 수정 보완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919650"/>
                  </a:ext>
                </a:extLst>
              </a:tr>
              <a:tr h="5891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/>
                        <a:t>미흡한 부분들 수정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보완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963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55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2BEE4-081A-FDB9-0504-1EA84913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Commits</a:t>
            </a:r>
            <a:r>
              <a:rPr lang="ko-KR" altLang="en-US" dirty="0"/>
              <a:t> 통계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5885334-A1D0-EF9C-058D-E0375E99D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51" y="1825625"/>
            <a:ext cx="8536101" cy="4351338"/>
          </a:xfrm>
        </p:spPr>
      </p:pic>
    </p:spTree>
    <p:extLst>
      <p:ext uri="{BB962C8B-B14F-4D97-AF65-F5344CB8AC3E}">
        <p14:creationId xmlns:p14="http://schemas.microsoft.com/office/powerpoint/2010/main" val="1184703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151</Words>
  <Application>Microsoft Office PowerPoint</Application>
  <PresentationFormat>와이드스크린</PresentationFormat>
  <Paragraphs>31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2DGP - 2차 과제   Full It Up</vt:lpstr>
      <vt:lpstr>PowerPoint 프레젠테이션</vt:lpstr>
      <vt:lpstr>개발 일정 수정, 변경사항</vt:lpstr>
      <vt:lpstr>Commits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예혁 설</dc:creator>
  <cp:lastModifiedBy>예혁 설</cp:lastModifiedBy>
  <cp:revision>2</cp:revision>
  <dcterms:created xsi:type="dcterms:W3CDTF">2025-11-12T12:37:19Z</dcterms:created>
  <dcterms:modified xsi:type="dcterms:W3CDTF">2025-11-12T14:46:14Z</dcterms:modified>
</cp:coreProperties>
</file>