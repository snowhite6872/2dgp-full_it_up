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CFCA7-7E10-AEAE-5B44-48CCA96DD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60CA4B-FD78-CFB5-223F-24A8030F6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482883-5D9C-0E65-B748-DEB71BF3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7F4C4B-9FA1-3A5A-0215-53F50FB9D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1A6F1E-5F41-5606-88D4-FA65C28E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5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A2FA9-3DC2-558E-5683-0FF1BF33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345703-7ABC-D33E-D919-9E682DE79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404A5A-A6A7-8151-CA8A-E915387B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3DFCC-46CC-06E3-B619-96EDD7EA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A339B7-FBAD-4F02-AEFD-C502EF30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793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E47BC-4534-5A7C-E853-28C90B8C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C32749-2C4A-756A-C15A-3A4E6CF7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37FFDC-AD2F-C94A-61F1-900FCF06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69D778-1DD0-89B5-64BC-553995AC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8F7102-5857-ABDF-7BB7-7A3A5C5D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91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22229-194D-9B7E-14CD-8760E942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3C8480-E65F-7409-CAC0-5AC650E36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DDA9A8-4A7A-8331-4B0C-DBEC94118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06730D-2A78-B18F-417B-A30A74C8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8002CD-9B02-A2F5-CD56-2D36192AA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A72A58-FCD8-8815-A7AA-952C3041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79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D00FD-9987-A439-9DFB-E05EB074A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243DAE-DB77-050B-ED71-76E1244DC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688EF4-5EDC-DCA1-F053-EAC4295DC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0B5427-2E96-5FA5-676C-498690BB1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AA30CF-AD01-8883-2D93-76A553037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5BBF79-3570-5BCA-59F2-72EE7C02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20BCF1-944B-D380-62E0-BE628148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75BDFDE-3E97-C008-5684-91C7B37D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35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B5442-A2E4-2371-8CBB-F00C47007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94C0CA-1AD4-EF03-3BA8-2B8742A4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B8A0FC-52D7-8E34-9D04-ACF8EF00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B00445-ABFE-713C-257B-541EE367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840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6D3090-D87F-E19A-D875-4A5C65BED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EA4578-92D2-89FD-C732-6023EB0A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AF9695-D0EB-69AF-594B-8ADEA10A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45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3556A-8D37-1014-B884-6AA6CCD17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CFA44F-E321-1DBB-FB28-70252BCE8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9E96BD-DE94-8687-6F8D-34D90A5E4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93D60F-36AF-F290-E0B0-F58C3830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8FFC01-A140-102C-FFF9-754EB1FD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A366C7-744E-0A06-65CB-888F1AEF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426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9F5B6-BE96-1043-0697-03414CC6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E26828-4884-7A83-2E1F-749AFAB78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1286F5-7296-56FF-4A56-CD63903F2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398F29-21E9-16F8-D2FC-2A67DE38F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AF01FB-F68A-7424-47EA-B5306BE9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3954B5-338F-B3F4-553D-FDE70BA9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344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98A46-BA1C-41F3-162A-F5FE90E5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A2CBF9-699F-7F75-C9E7-1ABCF34E3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DD3879-7CA1-FC77-0614-612024AFA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C86B8D-9D75-3309-D8E8-BB42EF15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238483-24D3-A5AC-8A8A-3C61FDF2A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79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EB3037-E6BC-888A-8A2E-1697C47B3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40567E-4134-0047-022D-A6E21EC1D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9EF032-954C-FCA8-8003-E7F8000A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A38B3C-8AB2-0F10-BDCB-93937927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DD00C0-A53A-3CDD-1849-210C8BA6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3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FF1DF26-C622-8DC5-3AC0-3CA3790B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E78C63-759B-AC42-FBB0-350BA6C66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ABB1DB-1C02-2F6E-9BE7-16C3B1EE1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4FE6-2E4A-4201-BBEB-54CC3057254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6A078C-FBB7-5840-BFE0-750B2E891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B0D622-7E54-E416-325B-2FE5F6D5E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E2B5E-68E8-4B9D-A845-CD56E804E8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10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9B803-E7A0-0C5E-6DF5-2D8BDD59E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2DGP – </a:t>
            </a:r>
            <a:r>
              <a:rPr lang="ko-KR" altLang="en-US" dirty="0"/>
              <a:t>최종 발표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Full It Up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696A3D-3B0E-F88F-4C14-9D9CD80FC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0314"/>
            <a:ext cx="9144000" cy="1655762"/>
          </a:xfrm>
        </p:spPr>
        <p:txBody>
          <a:bodyPr/>
          <a:lstStyle/>
          <a:p>
            <a:r>
              <a:rPr lang="en-US" altLang="ko-KR" dirty="0"/>
              <a:t>2023180019 </a:t>
            </a:r>
            <a:r>
              <a:rPr lang="ko-KR" altLang="en-US" dirty="0"/>
              <a:t>설예혁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156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20352-72F5-E127-6B43-A73A1D1D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494" y="316753"/>
            <a:ext cx="5401235" cy="212166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개발 진척도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B3FACA08-635D-67F7-7B03-F05E8833FA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486654"/>
              </p:ext>
            </p:extLst>
          </p:nvPr>
        </p:nvGraphicFramePr>
        <p:xfrm>
          <a:off x="847164" y="932329"/>
          <a:ext cx="10143563" cy="49821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14715">
                  <a:extLst>
                    <a:ext uri="{9D8B030D-6E8A-4147-A177-3AD203B41FA5}">
                      <a16:colId xmlns:a16="http://schemas.microsoft.com/office/drawing/2014/main" val="2182345736"/>
                    </a:ext>
                  </a:extLst>
                </a:gridCol>
                <a:gridCol w="6842850">
                  <a:extLst>
                    <a:ext uri="{9D8B030D-6E8A-4147-A177-3AD203B41FA5}">
                      <a16:colId xmlns:a16="http://schemas.microsoft.com/office/drawing/2014/main" val="1546785386"/>
                    </a:ext>
                  </a:extLst>
                </a:gridCol>
                <a:gridCol w="1308847">
                  <a:extLst>
                    <a:ext uri="{9D8B030D-6E8A-4147-A177-3AD203B41FA5}">
                      <a16:colId xmlns:a16="http://schemas.microsoft.com/office/drawing/2014/main" val="2089416771"/>
                    </a:ext>
                  </a:extLst>
                </a:gridCol>
                <a:gridCol w="977151">
                  <a:extLst>
                    <a:ext uri="{9D8B030D-6E8A-4147-A177-3AD203B41FA5}">
                      <a16:colId xmlns:a16="http://schemas.microsoft.com/office/drawing/2014/main" val="3283953680"/>
                    </a:ext>
                  </a:extLst>
                </a:gridCol>
              </a:tblGrid>
              <a:tr h="3944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목표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실제 개발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진척도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97495"/>
                  </a:ext>
                </a:extLst>
              </a:tr>
              <a:tr h="925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</a:t>
                      </a:r>
                      <a:r>
                        <a:rPr lang="ko-KR" altLang="en-US" b="1" dirty="0"/>
                        <a:t>개의 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</a:t>
                      </a:r>
                      <a:r>
                        <a:rPr lang="ko-KR" altLang="en-US" b="1" dirty="0"/>
                        <a:t>개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66%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527485"/>
                  </a:ext>
                </a:extLst>
              </a:tr>
              <a:tr h="910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캐릭터 컨트롤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상하 좌우 이동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근접 공격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원거리 공격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 err="1"/>
                        <a:t>필살기</a:t>
                      </a:r>
                      <a:endParaRPr lang="en-US" altLang="ko-K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모두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100%</a:t>
                      </a:r>
                      <a:endParaRPr lang="ko-KR" alt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5293688"/>
                  </a:ext>
                </a:extLst>
              </a:tr>
              <a:tr h="9306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게임 애니메이션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정지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달리기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피격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게임오버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공격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공격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게임오버 구현 못함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60%</a:t>
                      </a:r>
                      <a:endParaRPr lang="ko-KR" alt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326082"/>
                  </a:ext>
                </a:extLst>
              </a:tr>
              <a:tr h="910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아이템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체력 회복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공격력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이동속도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모두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100%</a:t>
                      </a:r>
                      <a:endParaRPr lang="ko-KR" alt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919650"/>
                  </a:ext>
                </a:extLst>
              </a:tr>
              <a:tr h="910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맵 </a:t>
                      </a:r>
                      <a:r>
                        <a:rPr lang="ko-KR" altLang="en-US" b="1" dirty="0" err="1"/>
                        <a:t>기믹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맵 마다 다른 맵 </a:t>
                      </a:r>
                      <a:r>
                        <a:rPr lang="ko-KR" altLang="en-US" b="1" dirty="0" err="1"/>
                        <a:t>기믹을</a:t>
                      </a:r>
                      <a:r>
                        <a:rPr lang="ko-KR" altLang="en-US" b="1" dirty="0"/>
                        <a:t> </a:t>
                      </a:r>
                      <a:r>
                        <a:rPr lang="ko-KR" altLang="en-US" b="1" dirty="0" err="1"/>
                        <a:t>넣으려함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개발 중 취소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0%</a:t>
                      </a:r>
                      <a:endParaRPr lang="ko-KR" alt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822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55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3E8A720-F0CB-073E-2709-D3D5D506D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838230" cy="30879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B69BA2-1968-25BA-4914-918C35C12994}"/>
              </a:ext>
            </a:extLst>
          </p:cNvPr>
          <p:cNvSpPr txBox="1"/>
          <p:nvPr/>
        </p:nvSpPr>
        <p:spPr>
          <a:xfrm>
            <a:off x="968188" y="690282"/>
            <a:ext cx="45451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19</a:t>
            </a:r>
            <a:r>
              <a:rPr lang="ko-KR" altLang="en-US" dirty="0"/>
              <a:t> </a:t>
            </a:r>
            <a:r>
              <a:rPr lang="en-US" altLang="ko-KR" dirty="0"/>
              <a:t>OCT : 13</a:t>
            </a:r>
          </a:p>
          <a:p>
            <a:endParaRPr lang="en-US" altLang="ko-KR" dirty="0"/>
          </a:p>
          <a:p>
            <a:r>
              <a:rPr lang="en-US" altLang="ko-KR" dirty="0"/>
              <a:t>Week of 26 OCT : 39</a:t>
            </a:r>
          </a:p>
          <a:p>
            <a:endParaRPr lang="en-US" altLang="ko-KR" dirty="0"/>
          </a:p>
          <a:p>
            <a:r>
              <a:rPr lang="en-US" altLang="ko-KR" dirty="0"/>
              <a:t>Week of 2 NOV  :  9</a:t>
            </a:r>
          </a:p>
          <a:p>
            <a:endParaRPr lang="en-US" altLang="ko-KR" dirty="0"/>
          </a:p>
          <a:p>
            <a:r>
              <a:rPr lang="en-US" altLang="ko-KR" dirty="0"/>
              <a:t>Week of 9 NOV  : 55</a:t>
            </a:r>
          </a:p>
          <a:p>
            <a:endParaRPr lang="en-US" altLang="ko-KR" dirty="0"/>
          </a:p>
          <a:p>
            <a:r>
              <a:rPr lang="en-US" altLang="ko-KR" dirty="0"/>
              <a:t>Week of 16 NOV : 53</a:t>
            </a:r>
          </a:p>
          <a:p>
            <a:endParaRPr lang="en-US" altLang="ko-KR" dirty="0"/>
          </a:p>
          <a:p>
            <a:r>
              <a:rPr lang="en-US" altLang="ko-KR" dirty="0"/>
              <a:t>Week of 23 NOV : 30</a:t>
            </a:r>
          </a:p>
          <a:p>
            <a:endParaRPr lang="en-US" altLang="ko-KR" dirty="0"/>
          </a:p>
          <a:p>
            <a:r>
              <a:rPr lang="en-US" altLang="ko-KR" dirty="0"/>
              <a:t>Week of 30 NOV : 13</a:t>
            </a:r>
          </a:p>
          <a:p>
            <a:endParaRPr lang="en-US" altLang="ko-KR" dirty="0"/>
          </a:p>
          <a:p>
            <a:r>
              <a:rPr lang="en-US" altLang="ko-KR" dirty="0"/>
              <a:t>Week of 7 DEC   : 28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15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137</Words>
  <Application>Microsoft Office PowerPoint</Application>
  <PresentationFormat>와이드스크린</PresentationFormat>
  <Paragraphs>42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2DGP – 최종 발표   Full It Up</vt:lpstr>
      <vt:lpstr>개발 진척도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예혁 설</dc:creator>
  <cp:lastModifiedBy>예혁 설</cp:lastModifiedBy>
  <cp:revision>2</cp:revision>
  <dcterms:created xsi:type="dcterms:W3CDTF">2025-12-10T14:34:33Z</dcterms:created>
  <dcterms:modified xsi:type="dcterms:W3CDTF">2025-12-10T15:02:52Z</dcterms:modified>
</cp:coreProperties>
</file>